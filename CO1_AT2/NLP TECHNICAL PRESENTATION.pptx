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8" r:id="rId4"/>
    <p:sldId id="264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Stemmer: Applications and Use Cases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 Haritha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 No: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192425280</a:t>
            </a:r>
          </a:p>
          <a:p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DSA0304 – Natural Language Processing</a:t>
            </a:r>
          </a:p>
          <a:p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138F85-8741-3285-1604-24111A84AFD0}"/>
              </a:ext>
            </a:extLst>
          </p:cNvPr>
          <p:cNvSpPr txBox="1"/>
          <p:nvPr/>
        </p:nvSpPr>
        <p:spPr>
          <a:xfrm>
            <a:off x="2757949" y="458707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lang="en-IN" sz="20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8E1E48-ADD1-2E11-47C8-190E64BB4434}"/>
              </a:ext>
            </a:extLst>
          </p:cNvPr>
          <p:cNvSpPr txBox="1"/>
          <p:nvPr/>
        </p:nvSpPr>
        <p:spPr>
          <a:xfrm>
            <a:off x="1932037" y="829012"/>
            <a:ext cx="53979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3315" marR="5080" indent="-1111250">
              <a:lnSpc>
                <a:spcPct val="100000"/>
              </a:lnSpc>
              <a:spcBef>
                <a:spcPts val="100"/>
              </a:spcBef>
            </a:pPr>
            <a:r>
              <a:rPr lang="en-US" sz="2000" b="1" spc="-55" dirty="0">
                <a:latin typeface="Times New Roman"/>
                <a:cs typeface="Times New Roman"/>
              </a:rPr>
              <a:t>SAVEETHA</a:t>
            </a:r>
            <a:r>
              <a:rPr lang="en-US" sz="2000" b="1" spc="-110" dirty="0">
                <a:latin typeface="Times New Roman"/>
                <a:cs typeface="Times New Roman"/>
              </a:rPr>
              <a:t> </a:t>
            </a:r>
            <a:r>
              <a:rPr lang="en-US" sz="2000" b="1" spc="-10" dirty="0">
                <a:latin typeface="Times New Roman"/>
                <a:cs typeface="Times New Roman"/>
              </a:rPr>
              <a:t>INSTITUTE</a:t>
            </a:r>
            <a:r>
              <a:rPr lang="en-US" sz="2000" b="1" dirty="0">
                <a:latin typeface="Times New Roman"/>
                <a:cs typeface="Times New Roman"/>
              </a:rPr>
              <a:t> OF</a:t>
            </a:r>
            <a:r>
              <a:rPr lang="en-US" sz="2000" b="1" spc="-75" dirty="0"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latin typeface="Times New Roman"/>
                <a:cs typeface="Times New Roman"/>
              </a:rPr>
              <a:t>MEDICAL </a:t>
            </a:r>
            <a:r>
              <a:rPr lang="en-US" sz="2000" b="1" spc="-220" dirty="0"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latin typeface="Times New Roman"/>
                <a:cs typeface="Times New Roman"/>
              </a:rPr>
              <a:t>AND TECHNICAL</a:t>
            </a:r>
            <a:r>
              <a:rPr lang="en-US" sz="2000" b="1" spc="-55" dirty="0">
                <a:latin typeface="Times New Roman"/>
                <a:cs typeface="Times New Roman"/>
              </a:rPr>
              <a:t> </a:t>
            </a:r>
            <a:r>
              <a:rPr lang="en-US" sz="2000" b="1" spc="-10" dirty="0">
                <a:latin typeface="Times New Roman"/>
                <a:cs typeface="Times New Roman"/>
              </a:rPr>
              <a:t>SCIENCES</a:t>
            </a:r>
            <a:endParaRPr lang="en-US" sz="2000" dirty="0">
              <a:latin typeface="Times New Roman"/>
              <a:cs typeface="Times New Roman"/>
            </a:endParaRP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2ED9FE5C-2C8C-861E-A6AF-4EEDEC89BC3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073" y="358480"/>
            <a:ext cx="1103582" cy="1342897"/>
          </a:xfrm>
          <a:prstGeom prst="rect">
            <a:avLst/>
          </a:prstGeom>
        </p:spPr>
      </p:pic>
      <p:pic>
        <p:nvPicPr>
          <p:cNvPr id="12" name="object 4">
            <a:extLst>
              <a:ext uri="{FF2B5EF4-FFF2-40B4-BE49-F238E27FC236}">
                <a16:creationId xmlns:a16="http://schemas.microsoft.com/office/drawing/2014/main" id="{11A20B2C-B37A-40FF-80A2-EBB849F7D98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1963" y="358494"/>
            <a:ext cx="1520113" cy="13428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618429-9C70-2B71-967A-43EC0EE7A3A6}"/>
              </a:ext>
            </a:extLst>
          </p:cNvPr>
          <p:cNvSpPr txBox="1"/>
          <p:nvPr/>
        </p:nvSpPr>
        <p:spPr>
          <a:xfrm>
            <a:off x="432619" y="1259596"/>
            <a:ext cx="8299457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Introduction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rule-based algorithm used 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words to their root or base form.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was developed by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Martin Porter in 1980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is one of the most widely used stemming algorithms for English text.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algorithm removes common suffixes such as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-ed, -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-s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text processing faster and more efficient.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Porter Stemmer helps reduce the number of unique words in a document, improving tasks like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engines, text mining, information retrieval, and sentiment analysis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its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simplicity, speed, and effectiveness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Porter Stemmer remains an important preprocessing technique in many NLP and machine learning applications.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4253AA1F-175D-78B9-79B1-5C48CCE3824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073" y="358480"/>
            <a:ext cx="1103582" cy="1342897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A0104D4E-EDF0-01F9-2A1D-88BB4D12925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1963" y="358494"/>
            <a:ext cx="152011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233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defRPr sz="22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defRPr sz="22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Text: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algorithm receives a sentence or document as input for processing. </a:t>
            </a:r>
          </a:p>
          <a:p>
            <a:pPr>
              <a:lnSpc>
                <a:spcPct val="12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input text is split into individual words (tokens). </a:t>
            </a:r>
          </a:p>
          <a:p>
            <a:pPr>
              <a:lnSpc>
                <a:spcPct val="12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Stemming Rules: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Porter Stemmer applies predefined rules to remove common suffixes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-ed, -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-es,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Stem Words: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removing suffixes, each word is converted into its root (stem) form.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Playing → Play, Connected → Connect, Studies → Studi. </a:t>
            </a:r>
          </a:p>
          <a:p>
            <a:pPr>
              <a:lnSpc>
                <a:spcPct val="12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Stemmed Text: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final stemmed words are used in NLP applications like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engines, text mining, information retrieval, and sentiment 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20000"/>
              </a:lnSpc>
              <a:defRPr sz="22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CE710B9-FD21-93CD-98EF-423B66336B8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74638"/>
            <a:ext cx="1103582" cy="1342897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46416850-6A57-6F89-9CFD-CBEEF4BE7A7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0112" y="284484"/>
            <a:ext cx="1520113" cy="13428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014230-7855-8E62-1AF1-65C7B4CDA7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639" y="442452"/>
            <a:ext cx="8583561" cy="624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375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EBDE96-3569-8C7C-0BE3-89C084F752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75" b="10693"/>
          <a:stretch>
            <a:fillRect/>
          </a:stretch>
        </p:blipFill>
        <p:spPr>
          <a:xfrm>
            <a:off x="4277032" y="2241756"/>
            <a:ext cx="4866968" cy="46162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783F93-331D-1548-E2D7-E441041E1551}"/>
              </a:ext>
            </a:extLst>
          </p:cNvPr>
          <p:cNvSpPr txBox="1"/>
          <p:nvPr/>
        </p:nvSpPr>
        <p:spPr>
          <a:xfrm>
            <a:off x="329379" y="2241757"/>
            <a:ext cx="417871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nltk.stem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PorterStemmer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PorterStemmer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= "Students are playing happily and studying computer science."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words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text.split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  # No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punkt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print("Original Words:")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print(words)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print("\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nStemmed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Words:")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word in words: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print(word, "-&gt;",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ps.stem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(word))</a:t>
            </a: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EFD9FE1D-521F-5BCA-0211-6D0FAB143D3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080" y="358473"/>
            <a:ext cx="1103582" cy="1342897"/>
          </a:xfrm>
          <a:prstGeom prst="rect">
            <a:avLst/>
          </a:prstGeom>
        </p:spPr>
      </p:pic>
      <p:pic>
        <p:nvPicPr>
          <p:cNvPr id="9" name="object 4">
            <a:extLst>
              <a:ext uri="{FF2B5EF4-FFF2-40B4-BE49-F238E27FC236}">
                <a16:creationId xmlns:a16="http://schemas.microsoft.com/office/drawing/2014/main" id="{0BDD4642-506F-00FB-33C0-6158666E7ED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81286" y="358487"/>
            <a:ext cx="1520113" cy="13428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9BFC74-FF7C-3DFE-AB30-3FD5BAD87A2F}"/>
              </a:ext>
            </a:extLst>
          </p:cNvPr>
          <p:cNvSpPr txBox="1"/>
          <p:nvPr/>
        </p:nvSpPr>
        <p:spPr>
          <a:xfrm>
            <a:off x="1907458" y="1027462"/>
            <a:ext cx="54569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040529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 You Images for Ppt Presentation">
            <a:extLst>
              <a:ext uri="{FF2B5EF4-FFF2-40B4-BE49-F238E27FC236}">
                <a16:creationId xmlns:a16="http://schemas.microsoft.com/office/drawing/2014/main" id="{DB3F0AB3-7453-AFB3-9C8F-E00FB30A7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098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356</Words>
  <Application>Microsoft Office PowerPoint</Application>
  <PresentationFormat>On-screen Show (4:3)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Porter Stemmer: Applications and Use Cases</vt:lpstr>
      <vt:lpstr>PowerPoint Presentation</vt:lpstr>
      <vt:lpstr>  Working Mechanism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Haritha chereddy</dc:creator>
  <cp:keywords/>
  <dc:description>generated using python-pptx</dc:description>
  <cp:lastModifiedBy>chereddyharitha955@gmail.com</cp:lastModifiedBy>
  <cp:revision>3</cp:revision>
  <dcterms:created xsi:type="dcterms:W3CDTF">2013-01-27T09:14:16Z</dcterms:created>
  <dcterms:modified xsi:type="dcterms:W3CDTF">2026-07-17T06:27:43Z</dcterms:modified>
  <cp:category/>
</cp:coreProperties>
</file>